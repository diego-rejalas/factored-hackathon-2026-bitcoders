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line, not on the technology. The product: an assistant for transaction disputes in Spanish and Portuguese. Fast where it is safe, human where it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Why: the customer is anxious, the bank is flooded with questions that are mostly simple, and a few are fraud. The difficulty is not answering fast. It is knowing which ones a machine must never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What: three real screens from the running application. Left, the safe case closes in seconds. Middle, the surprise: an approved charge is handed to a person. Right, the specialist receives the case already prepared.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has a point of view. Three paths. The surprise is the refusal: an approved charge, suspected fraud or a high amount is never decided by a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How, in about twenty seconds. Three decisions make it safe: policy is code, data only through a private backend, verify before reporting. The architecture is on Google Cloud and defined as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and honesty. Every number is offline and on cases we generated. We say what is not done: synthetic data, a sandbox login, no load test or alerting. The first three things a real bank would need.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drejalas/hackathon/factored/frontend/public/factored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45720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LATAM Bank dispute assistant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173736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where it is safe,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where it matters.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39319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banking assistant that resolves the safe disputes in seconds and hands the rest to a person, with the case already prepared.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544068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bitcoders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Rejalas · Felix Morales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Factored AI &amp; Data Hackathon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355080" y="1325880"/>
            <a:ext cx="5394960" cy="3127248"/>
          </a:xfrm>
          <a:prstGeom prst="rect">
            <a:avLst/>
          </a:prstGeom>
          <a:solidFill>
            <a:srgbClr val="142338"/>
          </a:solidFill>
          <a:ln w="12700">
            <a:solidFill>
              <a:srgbClr val="2A3B57"/>
            </a:solidFill>
            <a:prstDash val="solid"/>
          </a:ln>
        </p:spPr>
      </p:sp>
      <p:pic>
        <p:nvPicPr>
          <p:cNvPr id="8" name="Image 1" descr="/home/drejalas/hackathon/pitch-assets/01-login-dark-drop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2980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eleven at night.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charge you do not recognize.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532888"/>
            <a:ext cx="374904" cy="3749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23317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customer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for an answer is the worst part.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3611880"/>
            <a:ext cx="777240" cy="77724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813048"/>
            <a:ext cx="374904" cy="3749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36118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bank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disputes are simple. A few are fraud.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548640" y="4892040"/>
            <a:ext cx="777240" cy="777240"/>
          </a:xfrm>
          <a:prstGeom prst="ellipse">
            <a:avLst/>
          </a:prstGeom>
          <a:solidFill>
            <a:srgbClr val="0A1628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093208"/>
            <a:ext cx="374904" cy="37490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489204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</a:t>
            </a:r>
            <a:endParaRPr lang="en-US" sz="2000" dirty="0"/>
          </a:p>
          <a:p>
            <a:pPr indent="0" marL="0">
              <a:buNone/>
            </a:pPr>
            <a:r>
              <a:rPr lang="en-US" sz="1700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Knowing which ones a machine must never decide.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897880" y="2286000"/>
            <a:ext cx="5760720" cy="3337560"/>
          </a:xfrm>
          <a:prstGeom prst="rect">
            <a:avLst/>
          </a:prstGeom>
          <a:solidFill>
            <a:srgbClr val="F4F6FA"/>
          </a:solidFill>
          <a:ln w="12700">
            <a:solidFill>
              <a:srgbClr val="DCE3EC"/>
            </a:solidFill>
            <a:prstDash val="solid"/>
          </a:ln>
        </p:spPr>
      </p:sp>
      <p:pic>
        <p:nvPicPr>
          <p:cNvPr id="13" name="Image 3" descr="/home/drejalas/hackathon/pitch-assets/04-candid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331720"/>
            <a:ext cx="5669280" cy="319125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897880" y="5715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asks which charge it is, instead of guessing.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in seconds.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where it matters.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12064" y="1975104"/>
            <a:ext cx="358444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home/drejalas/hackathon/pitch-assets/02-resolved-p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11680"/>
            <a:ext cx="3511296" cy="19751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297680"/>
            <a:ext cx="35112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reversed charge, in Portuguese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checks the rules and rereads the bank's record before it says anything is resolved.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302252" y="1975104"/>
            <a:ext cx="358444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home/drejalas/hackathon/pitch-assets/03-handoff-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8828" y="2011680"/>
            <a:ext cx="3511296" cy="19751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338828" y="4297680"/>
            <a:ext cx="35112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approved charge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resolves this alone: it says so and a person takes the case.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8092440" y="1975104"/>
            <a:ext cx="358444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10" name="Image 2" descr="/home/drejalas/hackathon/pitch-assets/06-case-detai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9016" y="2011680"/>
            <a:ext cx="3511296" cy="197510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129016" y="4297680"/>
            <a:ext cx="35112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specialist's view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facts, the rule that sent it here, the customer's message and the agent's trace.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speaks Spanish and Portuguese, as the challenge asks. English subtitles in the video.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helps. The rules decide.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11296" cy="370332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rgbClr val="2FBF7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029968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9748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alone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822960" y="3200400"/>
            <a:ext cx="2962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declined or reversed transaction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candidate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USD 500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457200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Rereads the case before saying it is done.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38828" y="1600200"/>
            <a:ext cx="3511296" cy="370332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3148" y="1828800"/>
            <a:ext cx="731520" cy="731520"/>
          </a:xfrm>
          <a:prstGeom prst="ellipse">
            <a:avLst/>
          </a:prstGeom>
          <a:solidFill>
            <a:srgbClr val="6C8CF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20299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3148" y="269748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first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613148" y="3200400"/>
            <a:ext cx="2962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several candidates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Amount, date or merchant missing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most 2 rounds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613148" y="457200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it escalates, never guesses.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129016" y="1600200"/>
            <a:ext cx="3511296" cy="3703320"/>
          </a:xfrm>
          <a:prstGeom prst="rect">
            <a:avLst/>
          </a:prstGeom>
          <a:solidFill>
            <a:srgbClr val="F4F6FA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403336" y="1828800"/>
            <a:ext cx="731520" cy="731520"/>
          </a:xfrm>
          <a:prstGeom prst="ellipse">
            <a:avLst/>
          </a:prstGeom>
          <a:solidFill>
            <a:srgbClr val="F2A93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504" y="2029968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03336" y="269748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to a person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8403336" y="3200400"/>
            <a:ext cx="2962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or pending charge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fraud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500 or more, or amount unknown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403336" y="457200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structured handoff.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48640" y="55778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is code, outside the model. The model only classifies the message, drafts the reply and takes a second look for fraud, and a second look can only add caution.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 three decisions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640080" cy="64008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417320" y="15544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is code, outside the model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guardrail applies the rules before any tool runs.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640080" cy="64008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274320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only through a private backend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is filtered by who is asking. The agent never touches the database.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0A162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39319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before reporting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rgbClr val="526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rereads the bank's record before it says a case is done.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48640" y="525780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01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23.5 million rows in 13 tables, DuckDB and dbt in a pipeline with a test gate before anything is published. All on Google Cloud, defined as code.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720840" y="1371600"/>
            <a:ext cx="49377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pic>
        <p:nvPicPr>
          <p:cNvPr id="14" name="Image 0" descr="/home/drejalas/hackathon/factored/docs/diagrams/gcp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417320"/>
            <a:ext cx="4846320" cy="47365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and honest about it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C8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549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206240" y="15087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tested end to end, on data we generated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6517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C8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372 of 372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206240" y="26517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 where it must not resolve alone, and it never did. A small sample never proves zero risk: the upper bound is about 1%.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79476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C8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vs 49%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206240" y="379476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classification, model against keywords, on a blind set of 228 messages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06640" y="1508760"/>
            <a:ext cx="4251960" cy="2148840"/>
          </a:xfrm>
          <a:prstGeom prst="rect">
            <a:avLst/>
          </a:prstGeom>
          <a:solidFill>
            <a:srgbClr val="142338"/>
          </a:solidFill>
          <a:ln w="12700">
            <a:solidFill>
              <a:srgbClr val="2A3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0" y="160020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we state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sandbox login, not real identity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load test or alerting yet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06640" y="3840480"/>
            <a:ext cx="4251960" cy="2148840"/>
          </a:xfrm>
          <a:prstGeom prst="rect">
            <a:avLst/>
          </a:prstGeom>
          <a:solidFill>
            <a:srgbClr val="142338"/>
          </a:solidFill>
          <a:ln w="12700">
            <a:solidFill>
              <a:srgbClr val="2A3B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0" y="393192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real bank needs first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identity with a second factor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probes and a budget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policy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https://136-82-12-89.sslip.io   ·   Code: github.com/diego-rejalas/factored-hackathon-2026-bitcoders   ·   bitcoders: Diego Rejalas, Felix Morales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LATAM Bank dispute assistant</dc:title>
  <dc:subject>PptxGenJS Presentation</dc:subject>
  <dc:creator>bitcoders: Diego Rejalas, Felix Morales</dc:creator>
  <cp:lastModifiedBy>bitcoders: Diego Rejalas, Felix Morales</cp:lastModifiedBy>
  <cp:revision>1</cp:revision>
  <dcterms:created xsi:type="dcterms:W3CDTF">2026-10-05T16:45:29Z</dcterms:created>
  <dcterms:modified xsi:type="dcterms:W3CDTF">2026-10-05T16:45:29Z</dcterms:modified>
</cp:coreProperties>
</file>